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35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75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74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315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97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98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82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69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89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90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8738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89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9452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880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65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F8B39-88D2-4281-8DDD-D0D930D41D72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7BB9879-05F1-4650-857D-336F771F1A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34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F908D-EC41-DEAB-B4C0-1F62697C9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5892" y="1782698"/>
            <a:ext cx="3195933" cy="16463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2ACF52EB-B209-65D1-BA25-97B8B75A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137435" y="6540400"/>
            <a:ext cx="7766936" cy="1096899"/>
          </a:xfrm>
        </p:spPr>
        <p:txBody>
          <a:bodyPr/>
          <a:lstStyle/>
          <a:p>
            <a:r>
              <a:rPr lang="ru-RU" dirty="0"/>
              <a:t>Создал Кочегаров Илья</a:t>
            </a:r>
          </a:p>
        </p:txBody>
      </p:sp>
    </p:spTree>
    <p:extLst>
      <p:ext uri="{BB962C8B-B14F-4D97-AF65-F5344CB8AC3E}">
        <p14:creationId xmlns:p14="http://schemas.microsoft.com/office/powerpoint/2010/main" val="20583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F908D-EC41-DEAB-B4C0-1F62697C9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4262" y="-315151"/>
            <a:ext cx="5588682" cy="1646302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чём проект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6D5A9-9AD7-F8BE-4DBB-F344D13B3BE1}"/>
              </a:ext>
            </a:extLst>
          </p:cNvPr>
          <p:cNvSpPr txBox="1"/>
          <p:nvPr/>
        </p:nvSpPr>
        <p:spPr>
          <a:xfrm>
            <a:off x="769257" y="2104571"/>
            <a:ext cx="625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S</a:t>
            </a:r>
            <a:r>
              <a:rPr lang="en-US" b="1" dirty="0"/>
              <a:t>tar Hunt </a:t>
            </a:r>
            <a:r>
              <a:rPr lang="ru-RU" dirty="0"/>
              <a:t>— это классическая аркадная игра, в которой: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59D93-90AA-6AD0-D641-90C913C9FB07}"/>
              </a:ext>
            </a:extLst>
          </p:cNvPr>
          <p:cNvSpPr txBox="1"/>
          <p:nvPr/>
        </p:nvSpPr>
        <p:spPr>
          <a:xfrm>
            <a:off x="769257" y="2519011"/>
            <a:ext cx="9535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управляеткосмическим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кораблём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Враги появляются волнами и стреляют в игрока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постепенно увеличивается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— выжить как можно дольше и набрать максимум очков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183F70-962E-F328-0ECF-ABC20404382E}"/>
              </a:ext>
            </a:extLst>
          </p:cNvPr>
          <p:cNvSpPr txBox="1"/>
          <p:nvPr/>
        </p:nvSpPr>
        <p:spPr>
          <a:xfrm>
            <a:off x="638628" y="3764448"/>
            <a:ext cx="1545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F07220-3549-B349-B637-5893C3278ED9}"/>
              </a:ext>
            </a:extLst>
          </p:cNvPr>
          <p:cNvSpPr txBox="1"/>
          <p:nvPr/>
        </p:nvSpPr>
        <p:spPr>
          <a:xfrm>
            <a:off x="769257" y="4133780"/>
            <a:ext cx="8084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уровня сложности (Easy /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Expert)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жизней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Прогрессия сложности по мере игры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рекорда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Score)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Подзаголовок 28">
            <a:extLst>
              <a:ext uri="{FF2B5EF4-FFF2-40B4-BE49-F238E27FC236}">
                <a16:creationId xmlns:a16="http://schemas.microsoft.com/office/drawing/2014/main" id="{077ACBCE-DF50-91CE-9B51-04A710AF0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1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F908D-EC41-DEAB-B4C0-1F62697C9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4262" y="-315151"/>
            <a:ext cx="5588682" cy="1646302"/>
          </a:xfrm>
        </p:spPr>
        <p:txBody>
          <a:bodyPr/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Бафы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(усиления)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6D5A9-9AD7-F8BE-4DBB-F344D13B3BE1}"/>
              </a:ext>
            </a:extLst>
          </p:cNvPr>
          <p:cNvSpPr txBox="1"/>
          <p:nvPr/>
        </p:nvSpPr>
        <p:spPr>
          <a:xfrm>
            <a:off x="769257" y="2104571"/>
            <a:ext cx="573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игре реализована система временных усилений: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59D93-90AA-6AD0-D641-90C913C9FB07}"/>
              </a:ext>
            </a:extLst>
          </p:cNvPr>
          <p:cNvSpPr txBox="1"/>
          <p:nvPr/>
        </p:nvSpPr>
        <p:spPr>
          <a:xfrm>
            <a:off x="769257" y="2436835"/>
            <a:ext cx="9535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❤️ </a:t>
            </a:r>
            <a:r>
              <a:rPr lang="en-US" b="1" dirty="0"/>
              <a:t>Life</a:t>
            </a:r>
            <a:r>
              <a:rPr lang="en-US" dirty="0"/>
              <a:t> — </a:t>
            </a:r>
            <a:r>
              <a:rPr lang="ru-RU" dirty="0"/>
              <a:t>добавляет жизнь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🛡 </a:t>
            </a:r>
            <a:r>
              <a:rPr lang="ru-RU" b="1" dirty="0" err="1"/>
              <a:t>Shield</a:t>
            </a:r>
            <a:r>
              <a:rPr lang="ru-RU" dirty="0"/>
              <a:t> — защищает игрока от урона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🔫 </a:t>
            </a:r>
            <a:r>
              <a:rPr lang="ru-RU" b="1" dirty="0"/>
              <a:t>Double </a:t>
            </a:r>
            <a:r>
              <a:rPr lang="ru-RU" b="1" dirty="0" err="1"/>
              <a:t>Shot</a:t>
            </a:r>
            <a:r>
              <a:rPr lang="ru-RU" dirty="0"/>
              <a:t> — двойной выстрел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🔱 </a:t>
            </a:r>
            <a:r>
              <a:rPr lang="en-US" b="1" dirty="0"/>
              <a:t>Triple Shot</a:t>
            </a:r>
            <a:r>
              <a:rPr lang="en-US" dirty="0"/>
              <a:t> — </a:t>
            </a:r>
            <a:r>
              <a:rPr lang="ru-RU" dirty="0"/>
              <a:t>стрельба веером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⚡ </a:t>
            </a:r>
            <a:r>
              <a:rPr lang="en-US" b="1" dirty="0"/>
              <a:t>Laser</a:t>
            </a:r>
            <a:r>
              <a:rPr lang="en-US" dirty="0"/>
              <a:t> — </a:t>
            </a:r>
            <a:r>
              <a:rPr lang="ru-RU" dirty="0"/>
              <a:t>мощный лазерный луч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🚀 </a:t>
            </a:r>
            <a:r>
              <a:rPr lang="ru-RU" b="1" dirty="0" err="1"/>
              <a:t>Rapid</a:t>
            </a:r>
            <a:r>
              <a:rPr lang="ru-RU" b="1" dirty="0"/>
              <a:t> Fire</a:t>
            </a:r>
            <a:r>
              <a:rPr lang="ru-RU" dirty="0"/>
              <a:t> — увеличенная скорострельность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20327-8780-FC53-763E-B927851E5DD7}"/>
              </a:ext>
            </a:extLst>
          </p:cNvPr>
          <p:cNvSpPr txBox="1"/>
          <p:nvPr/>
        </p:nvSpPr>
        <p:spPr>
          <a:xfrm>
            <a:off x="769257" y="4199432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Игровые механики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217BB-D21F-A444-275E-3EA74EADBEC8}"/>
              </a:ext>
            </a:extLst>
          </p:cNvPr>
          <p:cNvSpPr txBox="1"/>
          <p:nvPr/>
        </p:nvSpPr>
        <p:spPr>
          <a:xfrm>
            <a:off x="899885" y="4577035"/>
            <a:ext cx="4789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Частицы взрывов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Звуки выстрелов и уничтожения врагов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Анимированный фон (звёздное небо)</a:t>
            </a:r>
          </a:p>
        </p:txBody>
      </p:sp>
      <p:sp>
        <p:nvSpPr>
          <p:cNvPr id="10" name="Подзаголовок 9">
            <a:extLst>
              <a:ext uri="{FF2B5EF4-FFF2-40B4-BE49-F238E27FC236}">
                <a16:creationId xmlns:a16="http://schemas.microsoft.com/office/drawing/2014/main" id="{4AD2F564-294D-CF11-4FF6-E677869E63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76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F908D-EC41-DEAB-B4C0-1F62697C9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15151"/>
            <a:ext cx="8192944" cy="1646302"/>
          </a:xfrm>
        </p:spPr>
        <p:txBody>
          <a:bodyPr/>
          <a:lstStyle/>
          <a:p>
            <a:r>
              <a:rPr lang="ru-RU" dirty="0"/>
              <a:t>Структура проекта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59D93-90AA-6AD0-D641-90C913C9FB07}"/>
              </a:ext>
            </a:extLst>
          </p:cNvPr>
          <p:cNvSpPr txBox="1"/>
          <p:nvPr/>
        </p:nvSpPr>
        <p:spPr>
          <a:xfrm>
            <a:off x="537027" y="1433567"/>
            <a:ext cx="95358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main.py — </a:t>
            </a:r>
            <a:r>
              <a:rPr lang="ru-RU" dirty="0"/>
              <a:t>запуск игры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settings.py — все настройки игры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menu_view.py — главное меню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game_view.py — основной игровой процесс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game_over_view.py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окончания игры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sprites/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игровые объекты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player.py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enemy.py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враги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bullet.py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laser.py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лазер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powerup.py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бафы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utils/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power_manager.py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sounds/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explosion.wav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game_over.wav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shoot.wav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одзаголовок 13">
            <a:extLst>
              <a:ext uri="{FF2B5EF4-FFF2-40B4-BE49-F238E27FC236}">
                <a16:creationId xmlns:a16="http://schemas.microsoft.com/office/drawing/2014/main" id="{50EDEEA4-B9A1-6C33-5591-55B5ADFEB4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176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F908D-EC41-DEAB-B4C0-1F62697C9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172" y="1782698"/>
            <a:ext cx="8192944" cy="1646302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A1BA4AC8-4AB6-E2E1-E28B-3F52A77420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10558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228</Words>
  <Application>Microsoft Office PowerPoint</Application>
  <PresentationFormat>Широкоэкранный</PresentationFormat>
  <Paragraphs>44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Times New Roman</vt:lpstr>
      <vt:lpstr>Trebuchet MS</vt:lpstr>
      <vt:lpstr>Wingdings 3</vt:lpstr>
      <vt:lpstr>Аспект</vt:lpstr>
      <vt:lpstr>Star Hunt</vt:lpstr>
      <vt:lpstr>О чём проект?</vt:lpstr>
      <vt:lpstr>Бафы(усиления)</vt:lpstr>
      <vt:lpstr>Структура проекта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3</cp:revision>
  <dcterms:created xsi:type="dcterms:W3CDTF">2026-02-08T11:13:00Z</dcterms:created>
  <dcterms:modified xsi:type="dcterms:W3CDTF">2026-02-08T15:48:13Z</dcterms:modified>
</cp:coreProperties>
</file>